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0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57" r:id="rId11"/>
    <p:sldId id="264" r:id="rId12"/>
    <p:sldId id="265" r:id="rId13"/>
    <p:sldId id="266" r:id="rId14"/>
    <p:sldId id="268" r:id="rId15"/>
    <p:sldId id="269" r:id="rId16"/>
    <p:sldId id="271" r:id="rId17"/>
    <p:sldId id="270" r:id="rId18"/>
    <p:sldId id="273" r:id="rId19"/>
    <p:sldId id="297" r:id="rId20"/>
    <p:sldId id="274" r:id="rId21"/>
    <p:sldId id="275" r:id="rId22"/>
    <p:sldId id="296" r:id="rId23"/>
    <p:sldId id="276" r:id="rId24"/>
    <p:sldId id="277" r:id="rId25"/>
    <p:sldId id="278" r:id="rId26"/>
    <p:sldId id="298" r:id="rId27"/>
    <p:sldId id="279" r:id="rId28"/>
    <p:sldId id="280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9" r:id="rId42"/>
    <p:sldId id="294" r:id="rId43"/>
    <p:sldId id="295" r:id="rId44"/>
    <p:sldId id="301" r:id="rId45"/>
    <p:sldId id="302" r:id="rId4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67C2-F1FD-44A3-ABFE-818E7FCDA3ED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D21D-515C-4F71-902A-1BC43AC25C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8455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67C2-F1FD-44A3-ABFE-818E7FCDA3ED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D21D-515C-4F71-902A-1BC43AC25C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887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67C2-F1FD-44A3-ABFE-818E7FCDA3ED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D21D-515C-4F71-902A-1BC43AC25C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0498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67C2-F1FD-44A3-ABFE-818E7FCDA3ED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D21D-515C-4F71-902A-1BC43AC25C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0738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67C2-F1FD-44A3-ABFE-818E7FCDA3ED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D21D-515C-4F71-902A-1BC43AC25C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4403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67C2-F1FD-44A3-ABFE-818E7FCDA3ED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D21D-515C-4F71-902A-1BC43AC25C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01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67C2-F1FD-44A3-ABFE-818E7FCDA3ED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D21D-515C-4F71-902A-1BC43AC25C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8617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67C2-F1FD-44A3-ABFE-818E7FCDA3ED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D21D-515C-4F71-902A-1BC43AC25C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1787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67C2-F1FD-44A3-ABFE-818E7FCDA3ED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D21D-515C-4F71-902A-1BC43AC25C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8741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67C2-F1FD-44A3-ABFE-818E7FCDA3ED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D21D-515C-4F71-902A-1BC43AC25C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9356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67C2-F1FD-44A3-ABFE-818E7FCDA3ED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D21D-515C-4F71-902A-1BC43AC25C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618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367C2-F1FD-44A3-ABFE-818E7FCDA3ED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5D21D-515C-4F71-902A-1BC43AC25C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539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634" y="378318"/>
            <a:ext cx="762000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7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8000" dirty="0" smtClean="0"/>
              <a:t>Session 1</a:t>
            </a:r>
            <a:endParaRPr lang="fr-FR" sz="8000" dirty="0"/>
          </a:p>
        </p:txBody>
      </p:sp>
    </p:spTree>
    <p:extLst>
      <p:ext uri="{BB962C8B-B14F-4D97-AF65-F5344CB8AC3E}">
        <p14:creationId xmlns:p14="http://schemas.microsoft.com/office/powerpoint/2010/main" val="3716290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76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212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72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0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Latex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</a:t>
            </a:r>
            <a:r>
              <a:rPr lang="en-US" sz="3200" dirty="0" smtClean="0"/>
              <a:t> is essentially a Markup Language (like HTML, XML and RTF)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7910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96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90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9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5910"/>
            <a:ext cx="12191999" cy="660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9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79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9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57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5908"/>
            <a:ext cx="12191999" cy="674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60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65124"/>
            <a:ext cx="12191999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781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2980" y="0"/>
            <a:ext cx="12204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15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8800" dirty="0" smtClean="0"/>
              <a:t>Session 2</a:t>
            </a:r>
            <a:endParaRPr lang="fr-FR" sz="8800" dirty="0"/>
          </a:p>
        </p:txBody>
      </p:sp>
    </p:spTree>
    <p:extLst>
      <p:ext uri="{BB962C8B-B14F-4D97-AF65-F5344CB8AC3E}">
        <p14:creationId xmlns:p14="http://schemas.microsoft.com/office/powerpoint/2010/main" val="2034489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95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2879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72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00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14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8000" dirty="0" smtClean="0"/>
              <a:t>Figures</a:t>
            </a:r>
            <a:endParaRPr lang="fr-FR" sz="8000" dirty="0"/>
          </a:p>
        </p:txBody>
      </p:sp>
    </p:spTree>
    <p:extLst>
      <p:ext uri="{BB962C8B-B14F-4D97-AF65-F5344CB8AC3E}">
        <p14:creationId xmlns:p14="http://schemas.microsoft.com/office/powerpoint/2010/main" val="975699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84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287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8000" dirty="0" smtClean="0"/>
              <a:t>Tables</a:t>
            </a:r>
            <a:endParaRPr lang="fr-FR" sz="8000" dirty="0"/>
          </a:p>
        </p:txBody>
      </p:sp>
    </p:spTree>
    <p:extLst>
      <p:ext uri="{BB962C8B-B14F-4D97-AF65-F5344CB8AC3E}">
        <p14:creationId xmlns:p14="http://schemas.microsoft.com/office/powerpoint/2010/main" val="1229930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320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1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63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8000" dirty="0" err="1" smtClean="0"/>
              <a:t>References</a:t>
            </a:r>
            <a:endParaRPr lang="fr-FR" sz="8000" dirty="0"/>
          </a:p>
        </p:txBody>
      </p:sp>
    </p:spTree>
    <p:extLst>
      <p:ext uri="{BB962C8B-B14F-4D97-AF65-F5344CB8AC3E}">
        <p14:creationId xmlns:p14="http://schemas.microsoft.com/office/powerpoint/2010/main" val="15798456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356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829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555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134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325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1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82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185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91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25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702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92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13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883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8000" dirty="0" err="1" smtClean="0"/>
              <a:t>Templates</a:t>
            </a:r>
            <a:endParaRPr lang="fr-FR" sz="8000" dirty="0"/>
          </a:p>
        </p:txBody>
      </p:sp>
    </p:spTree>
    <p:extLst>
      <p:ext uri="{BB962C8B-B14F-4D97-AF65-F5344CB8AC3E}">
        <p14:creationId xmlns:p14="http://schemas.microsoft.com/office/powerpoint/2010/main" val="41483939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22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6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432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Index automatique</a:t>
            </a:r>
            <a:endParaRPr lang="fr-FR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6763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langue arabe</a:t>
            </a:r>
            <a:endParaRPr lang="fr-FR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92901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30</Words>
  <Application>Microsoft Office PowerPoint</Application>
  <PresentationFormat>Grand écran</PresentationFormat>
  <Paragraphs>10</Paragraphs>
  <Slides>45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What is Latex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à Latex</dc:title>
  <dc:creator>BBM</dc:creator>
  <cp:lastModifiedBy>BBM</cp:lastModifiedBy>
  <cp:revision>22</cp:revision>
  <dcterms:created xsi:type="dcterms:W3CDTF">2019-02-03T09:11:57Z</dcterms:created>
  <dcterms:modified xsi:type="dcterms:W3CDTF">2019-02-04T11:52:29Z</dcterms:modified>
</cp:coreProperties>
</file>